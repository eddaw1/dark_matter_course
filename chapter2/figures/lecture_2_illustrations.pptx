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3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1736E-7A78-8E08-A7BD-44F339FD3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6E46D-3BA1-DD42-B659-540342DC8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F296D-ACEE-C1D7-D37D-2267122D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DD007-F4BF-D59E-5603-E25F750F0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47837-5916-E864-800A-C568960A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F48F-7705-DE6E-DFC4-0A4FB41A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2B328-8F0C-1687-47AB-4952C0706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C2709-C07A-DC0E-F13A-4C1A01CB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627F8-3D73-DF72-B9A4-B6EFCE63B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29EAF-9C83-4630-6287-9973AD5F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1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329F-5F4B-1872-1B1A-C879183E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F15A4-3882-9640-35AD-A33E3D9D7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E23F2-92B9-E839-5F6B-37394948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0B1EA-9CE1-BDAC-07BF-E77759D17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030C9-A49E-93B3-8000-05EF2F93E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5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A24C-AEED-A694-62AF-32D9CC3A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826BB-5D1E-7190-8993-F4CE57F85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E51B0-FAA1-25A6-6605-9176F6F96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C1257-5F46-CAE8-E9EE-E89F9A61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E043E-7EF9-1AF4-EE42-F9BD827A2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D89E8-C8A8-1B23-F5C4-158CF22F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1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1364-FAB1-7D50-10EA-CE323959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C76E5-11C3-BA86-4463-AC2C4E275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D0448-479E-996F-3906-080977B6C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5B2AF-3FCB-A791-EBD0-A2EF88F068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9711D-F8CA-3985-7745-6A7117001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84485C-4E0C-BCB8-5A2D-09855E36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9B367-2E84-B487-179F-6FEC0999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588FA-FD72-B6D7-FF26-DE724A92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79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A7589-2A6D-FB99-BA95-59FCE9A65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B20D2D-4530-17A6-0A35-DA7CDC12F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17095-DE71-697D-8CE8-510BC960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47DC8C-2734-738B-481A-20ECB776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6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1F697-D6D9-30ED-067D-64789200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AA098-B82D-1CF5-5FEE-A31685E7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07E9F-9E5A-C345-F80C-FBF815CE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0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0FF60-DC96-63F0-7197-99C2A274F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82BA7-AF5F-7972-2B2E-371409E1D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88C28-01F9-92A8-17DD-79C97C123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2FBAC-E062-3CAC-C9DB-A036C339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100EB-819F-F85B-6366-FABFFB1C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0F28C-A2F6-4BAA-6F3D-8832C19C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6489-5F78-88BE-1BE0-1E68940E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D415FE-1A02-067B-CA94-F51ABD153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5EEBF-588A-3EB9-0A03-1B51B8AEC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EF65-F1B6-8919-F120-3CD7C774A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E1CC6-8B48-63CD-3EE3-1CA047E8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A1213-01C9-A3BA-5B52-EE179DAA6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06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C06CF-EB07-22B0-9036-3F43E16E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49A8A-878C-8F4E-CE08-35289D791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5AB09-C437-6425-3455-180C902D9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AE2ED-1DDD-3D06-9140-EC92ABA5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A723-9BAE-5261-A1D3-27CB8E1C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E3A65-61C9-79BB-04AA-FEE1F1EB3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EC9B7-8EFF-E0EA-4DF3-CBB877020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6F1EA-F3A1-483E-447C-F2E4228A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1534A-6695-6C4E-6F91-3CE87F7D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A819D-FFF2-DD68-6DA0-1C4B76A1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9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5FC2BC-AC08-76F3-9467-105891DE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DBBD1-BCEF-8D75-C521-17DF9DF76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79D9-60A1-CE8A-D398-B7655DA89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F3055-7E49-5B4E-A2D4-7A566198A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A63AA-05FE-1B8D-2EF6-3ED21F728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CD122-3FCC-8A1B-FDC2-38646D4B0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9E5A3E-2CB2-E143-911C-488164368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6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B705-E249-EA2B-69C0-3B512FD83B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Dark Matter Lecture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73885-8B40-DD65-1117-CEA8072916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Elastic scattering modelled with hard spheres</a:t>
            </a:r>
          </a:p>
          <a:p>
            <a:r>
              <a:rPr lang="en-US" dirty="0"/>
              <a:t>Ed Daw</a:t>
            </a:r>
          </a:p>
        </p:txBody>
      </p:sp>
    </p:spTree>
    <p:extLst>
      <p:ext uri="{BB962C8B-B14F-4D97-AF65-F5344CB8AC3E}">
        <p14:creationId xmlns:p14="http://schemas.microsoft.com/office/powerpoint/2010/main" val="64366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be 1">
            <a:extLst>
              <a:ext uri="{FF2B5EF4-FFF2-40B4-BE49-F238E27FC236}">
                <a16:creationId xmlns:a16="http://schemas.microsoft.com/office/drawing/2014/main" id="{E962CD3E-37A4-DC12-7183-D97F55031846}"/>
              </a:ext>
            </a:extLst>
          </p:cNvPr>
          <p:cNvSpPr/>
          <p:nvPr/>
        </p:nvSpPr>
        <p:spPr>
          <a:xfrm>
            <a:off x="457199" y="1173893"/>
            <a:ext cx="6376087" cy="4151870"/>
          </a:xfrm>
          <a:prstGeom prst="cube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6473050-AE1D-B2CB-D7B1-948C712F26D9}"/>
              </a:ext>
            </a:extLst>
          </p:cNvPr>
          <p:cNvSpPr/>
          <p:nvPr/>
        </p:nvSpPr>
        <p:spPr>
          <a:xfrm>
            <a:off x="1581665" y="2537255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09257C-C97A-1FE6-EB89-A050061BA1A7}"/>
              </a:ext>
            </a:extLst>
          </p:cNvPr>
          <p:cNvSpPr/>
          <p:nvPr/>
        </p:nvSpPr>
        <p:spPr>
          <a:xfrm>
            <a:off x="2203621" y="4044779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D51050-372C-DEC9-2B65-20B4E4C7168C}"/>
              </a:ext>
            </a:extLst>
          </p:cNvPr>
          <p:cNvSpPr/>
          <p:nvPr/>
        </p:nvSpPr>
        <p:spPr>
          <a:xfrm>
            <a:off x="2372496" y="1746422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6C1D3E-E72C-61AF-EF5A-E069DF911695}"/>
              </a:ext>
            </a:extLst>
          </p:cNvPr>
          <p:cNvSpPr/>
          <p:nvPr/>
        </p:nvSpPr>
        <p:spPr>
          <a:xfrm>
            <a:off x="3665837" y="2852352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B5316-E0B6-131A-1ACF-BAF013B0EAB0}"/>
              </a:ext>
            </a:extLst>
          </p:cNvPr>
          <p:cNvSpPr/>
          <p:nvPr/>
        </p:nvSpPr>
        <p:spPr>
          <a:xfrm>
            <a:off x="3340443" y="1289222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7ABFBB-64D8-4682-BC64-B98D7F21F76F}"/>
              </a:ext>
            </a:extLst>
          </p:cNvPr>
          <p:cNvSpPr/>
          <p:nvPr/>
        </p:nvSpPr>
        <p:spPr>
          <a:xfrm>
            <a:off x="1196546" y="3185984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02BC34-69AD-6378-6873-AC4AD0AD20C9}"/>
              </a:ext>
            </a:extLst>
          </p:cNvPr>
          <p:cNvSpPr/>
          <p:nvPr/>
        </p:nvSpPr>
        <p:spPr>
          <a:xfrm>
            <a:off x="5288691" y="4598774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90399D4-B0D5-1660-CC78-B74C72FF8581}"/>
              </a:ext>
            </a:extLst>
          </p:cNvPr>
          <p:cNvSpPr/>
          <p:nvPr/>
        </p:nvSpPr>
        <p:spPr>
          <a:xfrm>
            <a:off x="6058929" y="1950309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081349-C68D-2767-B2CC-02780F4486FB}"/>
              </a:ext>
            </a:extLst>
          </p:cNvPr>
          <p:cNvSpPr/>
          <p:nvPr/>
        </p:nvSpPr>
        <p:spPr>
          <a:xfrm>
            <a:off x="4876800" y="3185985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42C153-FE37-A3CE-BD83-C9827D73A83A}"/>
              </a:ext>
            </a:extLst>
          </p:cNvPr>
          <p:cNvSpPr/>
          <p:nvPr/>
        </p:nvSpPr>
        <p:spPr>
          <a:xfrm flipV="1">
            <a:off x="4720282" y="2399271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B64AE1-284E-1AB4-EFE4-6B6F899BDC2E}"/>
              </a:ext>
            </a:extLst>
          </p:cNvPr>
          <p:cNvSpPr/>
          <p:nvPr/>
        </p:nvSpPr>
        <p:spPr>
          <a:xfrm>
            <a:off x="3546389" y="4265141"/>
            <a:ext cx="172994" cy="333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5AD1A6-BF63-F756-CC86-F365773C85E5}"/>
              </a:ext>
            </a:extLst>
          </p:cNvPr>
          <p:cNvSpPr/>
          <p:nvPr/>
        </p:nvSpPr>
        <p:spPr>
          <a:xfrm>
            <a:off x="7871254" y="1173893"/>
            <a:ext cx="3188043" cy="309124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AE15A8-0A19-2CB1-A7D0-DF232675D8CC}"/>
              </a:ext>
            </a:extLst>
          </p:cNvPr>
          <p:cNvSpPr/>
          <p:nvPr/>
        </p:nvSpPr>
        <p:spPr>
          <a:xfrm>
            <a:off x="8328454" y="1622855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37E1B6D-D27F-4793-A751-F2FFCF6FF1B0}"/>
              </a:ext>
            </a:extLst>
          </p:cNvPr>
          <p:cNvSpPr/>
          <p:nvPr/>
        </p:nvSpPr>
        <p:spPr>
          <a:xfrm>
            <a:off x="8851557" y="1332470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CE5C532-12AB-C123-DC38-44837536C239}"/>
              </a:ext>
            </a:extLst>
          </p:cNvPr>
          <p:cNvSpPr/>
          <p:nvPr/>
        </p:nvSpPr>
        <p:spPr>
          <a:xfrm>
            <a:off x="9156356" y="2982099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6A94C6D-B71A-19FF-48BB-8F5740122472}"/>
              </a:ext>
            </a:extLst>
          </p:cNvPr>
          <p:cNvSpPr/>
          <p:nvPr/>
        </p:nvSpPr>
        <p:spPr>
          <a:xfrm>
            <a:off x="8339780" y="3519617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AF434C-23CC-4997-E1EA-3A5460C7B6C1}"/>
              </a:ext>
            </a:extLst>
          </p:cNvPr>
          <p:cNvSpPr/>
          <p:nvPr/>
        </p:nvSpPr>
        <p:spPr>
          <a:xfrm>
            <a:off x="8851556" y="2580503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F360CA-0B25-4AC7-91F3-E6856DFA67E8}"/>
              </a:ext>
            </a:extLst>
          </p:cNvPr>
          <p:cNvSpPr/>
          <p:nvPr/>
        </p:nvSpPr>
        <p:spPr>
          <a:xfrm>
            <a:off x="9572369" y="1579605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F4802B9-9500-FAD8-31BE-E2D5C4F0B51E}"/>
              </a:ext>
            </a:extLst>
          </p:cNvPr>
          <p:cNvSpPr/>
          <p:nvPr/>
        </p:nvSpPr>
        <p:spPr>
          <a:xfrm>
            <a:off x="10565025" y="2895600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087A150-8574-92C8-5389-D21F99D0DCDB}"/>
              </a:ext>
            </a:extLst>
          </p:cNvPr>
          <p:cNvSpPr/>
          <p:nvPr/>
        </p:nvSpPr>
        <p:spPr>
          <a:xfrm>
            <a:off x="10111946" y="3789407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8F21B8F-C8A7-637E-D837-95A73764A8D8}"/>
              </a:ext>
            </a:extLst>
          </p:cNvPr>
          <p:cNvSpPr/>
          <p:nvPr/>
        </p:nvSpPr>
        <p:spPr>
          <a:xfrm>
            <a:off x="9277864" y="3653481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CF5C075-96AF-DFF8-5B9F-7D271D176051}"/>
              </a:ext>
            </a:extLst>
          </p:cNvPr>
          <p:cNvSpPr/>
          <p:nvPr/>
        </p:nvSpPr>
        <p:spPr>
          <a:xfrm>
            <a:off x="10583565" y="1373661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06E1A0-1BE5-1F7E-0642-CB9C6E59B2D2}"/>
              </a:ext>
            </a:extLst>
          </p:cNvPr>
          <p:cNvSpPr/>
          <p:nvPr/>
        </p:nvSpPr>
        <p:spPr>
          <a:xfrm>
            <a:off x="9674308" y="3019167"/>
            <a:ext cx="247135" cy="2471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4265BB-9E29-3B5F-BD60-71893ED2C7C3}"/>
              </a:ext>
            </a:extLst>
          </p:cNvPr>
          <p:cNvCxnSpPr/>
          <p:nvPr/>
        </p:nvCxnSpPr>
        <p:spPr>
          <a:xfrm>
            <a:off x="6833286" y="1173893"/>
            <a:ext cx="1062681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70755C-A2EB-2BBD-A02A-6F8C5006A283}"/>
              </a:ext>
            </a:extLst>
          </p:cNvPr>
          <p:cNvCxnSpPr/>
          <p:nvPr/>
        </p:nvCxnSpPr>
        <p:spPr>
          <a:xfrm>
            <a:off x="6808573" y="4265141"/>
            <a:ext cx="1062681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D09D882-EC56-4F88-E2FD-FE5E3D11223E}"/>
              </a:ext>
            </a:extLst>
          </p:cNvPr>
          <p:cNvSpPr/>
          <p:nvPr/>
        </p:nvSpPr>
        <p:spPr>
          <a:xfrm>
            <a:off x="8253283" y="5068328"/>
            <a:ext cx="333632" cy="615779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3D6F52F-DCD5-5E5D-CA99-4C75E3E42002}"/>
              </a:ext>
            </a:extLst>
          </p:cNvPr>
          <p:cNvCxnSpPr/>
          <p:nvPr/>
        </p:nvCxnSpPr>
        <p:spPr>
          <a:xfrm flipV="1">
            <a:off x="6944497" y="5461686"/>
            <a:ext cx="1482811" cy="222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84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A6912C-FDC3-5248-D63D-5BCE232C4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49" y="1074625"/>
            <a:ext cx="10457350" cy="404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4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8B167A5-E531-0AE8-40A8-498199CD0A58}"/>
              </a:ext>
            </a:extLst>
          </p:cNvPr>
          <p:cNvSpPr/>
          <p:nvPr/>
        </p:nvSpPr>
        <p:spPr>
          <a:xfrm>
            <a:off x="1618736" y="2316892"/>
            <a:ext cx="902043" cy="902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C48F41-390A-2F62-0D77-EC16C3204B9D}"/>
              </a:ext>
            </a:extLst>
          </p:cNvPr>
          <p:cNvSpPr/>
          <p:nvPr/>
        </p:nvSpPr>
        <p:spPr>
          <a:xfrm>
            <a:off x="5644978" y="4230131"/>
            <a:ext cx="902043" cy="902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D754EE-D407-E014-138A-1E167E0FBDE4}"/>
              </a:ext>
            </a:extLst>
          </p:cNvPr>
          <p:cNvSpPr/>
          <p:nvPr/>
        </p:nvSpPr>
        <p:spPr>
          <a:xfrm>
            <a:off x="5644978" y="2316892"/>
            <a:ext cx="902043" cy="90204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439251-9917-9F0F-FC16-8E4DA373F16A}"/>
              </a:ext>
            </a:extLst>
          </p:cNvPr>
          <p:cNvSpPr/>
          <p:nvPr/>
        </p:nvSpPr>
        <p:spPr>
          <a:xfrm>
            <a:off x="9467335" y="4230131"/>
            <a:ext cx="902043" cy="902043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64B1B-9995-0121-1999-18DBC6699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085" y="445015"/>
            <a:ext cx="2222500" cy="9017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214145-41B8-79AA-C5B8-1F06DF7D92FE}"/>
              </a:ext>
            </a:extLst>
          </p:cNvPr>
          <p:cNvCxnSpPr/>
          <p:nvPr/>
        </p:nvCxnSpPr>
        <p:spPr>
          <a:xfrm>
            <a:off x="566598" y="3608173"/>
            <a:ext cx="110345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1287EE-5B9C-501C-8842-15507539F660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2520779" y="2767913"/>
            <a:ext cx="1050324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B6D71A-8B50-39CB-BCFE-12AFDFF88540}"/>
              </a:ext>
            </a:extLst>
          </p:cNvPr>
          <p:cNvCxnSpPr>
            <a:cxnSpLocks/>
          </p:cNvCxnSpPr>
          <p:nvPr/>
        </p:nvCxnSpPr>
        <p:spPr>
          <a:xfrm flipV="1">
            <a:off x="10369378" y="4681151"/>
            <a:ext cx="1050324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8F263E0-492D-4BC5-AA93-1BC14AE2E0CD}"/>
              </a:ext>
            </a:extLst>
          </p:cNvPr>
          <p:cNvSpPr txBox="1"/>
          <p:nvPr/>
        </p:nvSpPr>
        <p:spPr>
          <a:xfrm>
            <a:off x="5250319" y="1844932"/>
            <a:ext cx="1691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Nucleus at 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C66A38-BFAE-3537-DDB7-6E1AD658ACBC}"/>
              </a:ext>
            </a:extLst>
          </p:cNvPr>
          <p:cNvSpPr txBox="1"/>
          <p:nvPr/>
        </p:nvSpPr>
        <p:spPr>
          <a:xfrm>
            <a:off x="5365649" y="3842264"/>
            <a:ext cx="143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WIMP at rest</a:t>
            </a:r>
          </a:p>
        </p:txBody>
      </p:sp>
    </p:spTree>
    <p:extLst>
      <p:ext uri="{BB962C8B-B14F-4D97-AF65-F5344CB8AC3E}">
        <p14:creationId xmlns:p14="http://schemas.microsoft.com/office/powerpoint/2010/main" val="3230980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9CD9915-6C4E-8AFB-C062-F32D1BF5DB60}"/>
              </a:ext>
            </a:extLst>
          </p:cNvPr>
          <p:cNvCxnSpPr/>
          <p:nvPr/>
        </p:nvCxnSpPr>
        <p:spPr>
          <a:xfrm flipV="1">
            <a:off x="2051222" y="1285103"/>
            <a:ext cx="0" cy="3422821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95E3367-03CE-E518-0A1F-3033B3498CC8}"/>
              </a:ext>
            </a:extLst>
          </p:cNvPr>
          <p:cNvCxnSpPr>
            <a:cxnSpLocks/>
          </p:cNvCxnSpPr>
          <p:nvPr/>
        </p:nvCxnSpPr>
        <p:spPr>
          <a:xfrm>
            <a:off x="2051222" y="4707924"/>
            <a:ext cx="73152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B2B0FE7-C5E6-990B-99EC-23DEAB31B018}"/>
              </a:ext>
            </a:extLst>
          </p:cNvPr>
          <p:cNvSpPr/>
          <p:nvPr/>
        </p:nvSpPr>
        <p:spPr>
          <a:xfrm>
            <a:off x="2051222" y="2557849"/>
            <a:ext cx="4658497" cy="2150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CD2D73-7F26-316D-756B-2636E77D4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3878" y="4511074"/>
            <a:ext cx="596900" cy="393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17B1EA-6570-34B7-C08E-E50995FE5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322" y="815202"/>
            <a:ext cx="119380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545D2-6CBE-633D-5645-48AAC23FE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78" y="2081599"/>
            <a:ext cx="1244600" cy="952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A217BA-325E-BF96-3B23-A0D5B4E97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292" y="4904774"/>
            <a:ext cx="29464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8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18</Words>
  <Application>Microsoft Macintosh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Dark Matter Lecture 2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Daw</dc:creator>
  <cp:lastModifiedBy>Edward Daw</cp:lastModifiedBy>
  <cp:revision>4</cp:revision>
  <dcterms:created xsi:type="dcterms:W3CDTF">2025-11-21T14:15:57Z</dcterms:created>
  <dcterms:modified xsi:type="dcterms:W3CDTF">2025-11-21T16:31:52Z</dcterms:modified>
</cp:coreProperties>
</file>