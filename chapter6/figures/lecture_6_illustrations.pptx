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61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44"/>
  </p:normalViewPr>
  <p:slideViewPr>
    <p:cSldViewPr snapToGrid="0">
      <p:cViewPr varScale="1">
        <p:scale>
          <a:sx n="116" d="100"/>
          <a:sy n="116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67A7-E31A-AAEE-D6E4-9B3CDD3D9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87174-74F6-1C8D-8A56-18103F4BF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32A71-F018-CD0F-D6A4-E72245F8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9D699-52B9-4BE5-11AA-5593D87D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29375-778A-0714-BDFA-04272E7E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4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05A2-43D0-E538-3147-D7971F59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774DC-3E2C-3F4B-B1D0-842653E3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AA83-7607-8ECE-00B8-AE1A6B3C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41EE4-F2A9-50D1-EE2C-087280D4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8B828-3AC1-BAD3-CD0D-484EA4E9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90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C4CCF-8BB3-19F5-776B-5BF32696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10ADE-923A-E068-DCD0-C2A5FAE1C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155FC-D373-FE9E-69A6-2CB9A441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1C9C-9BBC-1880-EEEC-AC465518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6545B-8AF0-2034-B7F1-DAF3C919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D62E-F03F-BE1D-10A9-2DA64E36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1E6B-332C-D4F8-2FC3-5C85C820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6528B-9E1F-FFC0-2EB0-7042AF5CB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565E5-2281-9ED5-0FF5-94BB0B8A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E1E35-39D8-76ED-D770-F355CF21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5C21C-AF02-1050-6AB1-21888029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23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F0DB-9BB9-DEF2-9173-FC2516DF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71F-D1B7-BA69-1B27-91CBBAA08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616D2-62C8-C07F-304D-9CACDAE9D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73084-3E39-36C0-2218-E7D9F5514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6A03A-F591-AE71-707B-1A1E9040C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C77AE-250F-A017-8575-8E2E25B9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015C5-3FF7-7042-3EE1-69FBDDB5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23B2E3-BB2F-CE00-47EF-FAB47710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2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759B-0A58-0EE8-FF0F-B52ED850B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BA5EF3-DCA2-26B9-152D-A11D7EFE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5FF35-AA08-C927-528D-CC4366D6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299DC-2B63-0825-0A57-AB18C1CA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32A82-BC8A-CD9C-D978-D624527E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577354-5D64-971E-1919-78C5EBD6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072AA-0A2D-8FD2-D6A4-5F5A5A95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3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053A-4531-135E-C9C8-729D15FC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24179-E5A9-2BD5-7666-A61562CCF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6A358A-3A33-1196-04D6-178F04259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DB4BF-2227-39D9-4FAC-5006FE57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04184-6B74-B781-6AF4-B9498ADB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7AEBA-5E75-E8F7-0403-6F045004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8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76AA7-FCD6-AF4A-C488-536B2A35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CDA5-E851-9533-DF1F-CCE1946B8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FBC9E-2AA7-F226-FF8A-50B433DF0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11036-8F45-4954-05CC-1545DA4F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D59A8-B554-9718-6871-1A114C4B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75A7E-8D46-50B2-45DF-DE1577A8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9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1108-A24C-12C2-6A2F-1EB14B73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A0C5B-9F07-2041-6C8E-FE11FB482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D4BC7-D629-82D2-E0B5-7B34C3F4F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11D52-8E1C-18B4-1A3E-27A07181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F002-7882-FFEC-68A9-6A35D1A8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C69FC3-7A56-D7E5-8306-FCC01F6DE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6074-9FE4-BDC3-FAE9-EDDC47823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C8A56-4556-13C2-F385-7724F253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1EED-1E20-E7BE-B955-EFB770C3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ACA7-3BF5-F3CE-F199-EB0943741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6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AFBF0-BDAA-63D4-31E1-C79A08802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910A2-BC7F-6AEB-2C23-033D476B8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F1A87-123D-6458-F431-B6ED94BFD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72205A-4393-CB4A-B90E-F38FEF0232F7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A0C40-78C3-E382-B500-C0DB62091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505F-7438-1C78-E0CC-4F6D85FF2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F4F4D-CA87-174E-B561-16425261B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4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F94A-6259-5954-BD26-801409F48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6 illustrations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CC678-1D57-E6A9-E89D-5FC055DF6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Dark Matter &amp; The Universe, Ed Daw</a:t>
            </a:r>
          </a:p>
        </p:txBody>
      </p:sp>
    </p:spTree>
    <p:extLst>
      <p:ext uri="{BB962C8B-B14F-4D97-AF65-F5344CB8AC3E}">
        <p14:creationId xmlns:p14="http://schemas.microsoft.com/office/powerpoint/2010/main" val="4053319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92F6D72-7E2D-1C6A-E174-915FD3F2732D}"/>
              </a:ext>
            </a:extLst>
          </p:cNvPr>
          <p:cNvSpPr/>
          <p:nvPr/>
        </p:nvSpPr>
        <p:spPr>
          <a:xfrm>
            <a:off x="2845321" y="2841045"/>
            <a:ext cx="2109111" cy="158376"/>
          </a:xfrm>
          <a:prstGeom prst="ellipse">
            <a:avLst/>
          </a:prstGeom>
          <a:solidFill>
            <a:schemeClr val="bg2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AB8F21-B21E-49BB-3355-B75559E42B05}"/>
              </a:ext>
            </a:extLst>
          </p:cNvPr>
          <p:cNvSpPr/>
          <p:nvPr/>
        </p:nvSpPr>
        <p:spPr>
          <a:xfrm flipV="1">
            <a:off x="2845320" y="4138125"/>
            <a:ext cx="2109111" cy="457353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53ACD7-BA4E-2142-19E3-5B5B262AF285}"/>
              </a:ext>
            </a:extLst>
          </p:cNvPr>
          <p:cNvCxnSpPr>
            <a:cxnSpLocks/>
          </p:cNvCxnSpPr>
          <p:nvPr/>
        </p:nvCxnSpPr>
        <p:spPr>
          <a:xfrm>
            <a:off x="4543576" y="2678146"/>
            <a:ext cx="0" cy="624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BEF50E-3273-798F-E09A-1FFF59D913B8}"/>
              </a:ext>
            </a:extLst>
          </p:cNvPr>
          <p:cNvCxnSpPr>
            <a:cxnSpLocks/>
          </p:cNvCxnSpPr>
          <p:nvPr/>
        </p:nvCxnSpPr>
        <p:spPr>
          <a:xfrm>
            <a:off x="4545508" y="2689952"/>
            <a:ext cx="19529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riangle 6">
            <a:extLst>
              <a:ext uri="{FF2B5EF4-FFF2-40B4-BE49-F238E27FC236}">
                <a16:creationId xmlns:a16="http://schemas.microsoft.com/office/drawing/2014/main" id="{6C909B6B-9FB4-BD60-E171-B48FD5E1C4D4}"/>
              </a:ext>
            </a:extLst>
          </p:cNvPr>
          <p:cNvSpPr/>
          <p:nvPr/>
        </p:nvSpPr>
        <p:spPr>
          <a:xfrm rot="5400000">
            <a:off x="5307258" y="2477566"/>
            <a:ext cx="358346" cy="4143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E435E2-CA67-A198-C7A1-910DE5373E59}"/>
              </a:ext>
            </a:extLst>
          </p:cNvPr>
          <p:cNvGrpSpPr/>
          <p:nvPr/>
        </p:nvGrpSpPr>
        <p:grpSpPr>
          <a:xfrm>
            <a:off x="2586954" y="2935135"/>
            <a:ext cx="210065" cy="1446566"/>
            <a:chOff x="1210962" y="4874213"/>
            <a:chExt cx="210065" cy="1446566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344EFC7-560C-EB8F-573E-F5AE81A88E18}"/>
                </a:ext>
              </a:extLst>
            </p:cNvPr>
            <p:cNvSpPr/>
            <p:nvPr/>
          </p:nvSpPr>
          <p:spPr>
            <a:xfrm>
              <a:off x="1210962" y="4874213"/>
              <a:ext cx="210065" cy="14465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B939ABA-39EC-0429-775D-E6FE203931A4}"/>
                </a:ext>
              </a:extLst>
            </p:cNvPr>
            <p:cNvCxnSpPr>
              <a:cxnSpLocks/>
            </p:cNvCxnSpPr>
            <p:nvPr/>
          </p:nvCxnSpPr>
          <p:spPr>
            <a:xfrm>
              <a:off x="1212715" y="4886337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F8FA5D1-7B13-CF43-6809-B9E1DD10B5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4780" y="4874213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92081D-3832-1A5D-913D-94AEC4CB565A}"/>
              </a:ext>
            </a:extLst>
          </p:cNvPr>
          <p:cNvGrpSpPr/>
          <p:nvPr/>
        </p:nvGrpSpPr>
        <p:grpSpPr>
          <a:xfrm>
            <a:off x="5010862" y="2932357"/>
            <a:ext cx="210065" cy="1446566"/>
            <a:chOff x="1210962" y="4874213"/>
            <a:chExt cx="210065" cy="144656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B6BD74D-65EB-BAAC-8C9C-82E179486CF8}"/>
                </a:ext>
              </a:extLst>
            </p:cNvPr>
            <p:cNvSpPr/>
            <p:nvPr/>
          </p:nvSpPr>
          <p:spPr>
            <a:xfrm>
              <a:off x="1210962" y="4874213"/>
              <a:ext cx="210065" cy="14465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B43B79EB-92BB-C197-B767-15B27916AE2E}"/>
                </a:ext>
              </a:extLst>
            </p:cNvPr>
            <p:cNvCxnSpPr>
              <a:cxnSpLocks/>
            </p:cNvCxnSpPr>
            <p:nvPr/>
          </p:nvCxnSpPr>
          <p:spPr>
            <a:xfrm>
              <a:off x="1212715" y="4886337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AE84F4D-DDA2-8AB9-A078-006531270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4780" y="4874213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D8FF91-EC75-0B8C-92F5-91BFE36CD577}"/>
              </a:ext>
            </a:extLst>
          </p:cNvPr>
          <p:cNvGrpSpPr/>
          <p:nvPr/>
        </p:nvGrpSpPr>
        <p:grpSpPr>
          <a:xfrm>
            <a:off x="2103696" y="2559300"/>
            <a:ext cx="358346" cy="358346"/>
            <a:chOff x="7099751" y="3551602"/>
            <a:chExt cx="358346" cy="35834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F2FAE7D-218A-E8DB-5E7B-F1BA920BF5D4}"/>
                </a:ext>
              </a:extLst>
            </p:cNvPr>
            <p:cNvGrpSpPr/>
            <p:nvPr/>
          </p:nvGrpSpPr>
          <p:grpSpPr>
            <a:xfrm>
              <a:off x="7202837" y="3607354"/>
              <a:ext cx="151106" cy="241072"/>
              <a:chOff x="6311355" y="4954213"/>
              <a:chExt cx="151106" cy="241072"/>
            </a:xfrm>
          </p:grpSpPr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5E0CEE5C-6192-2D19-0996-5D29E64AF1C4}"/>
                  </a:ext>
                </a:extLst>
              </p:cNvPr>
              <p:cNvSpPr/>
              <p:nvPr/>
            </p:nvSpPr>
            <p:spPr>
              <a:xfrm>
                <a:off x="6311355" y="4954213"/>
                <a:ext cx="75553" cy="120536"/>
              </a:xfrm>
              <a:custGeom>
                <a:avLst/>
                <a:gdLst>
                  <a:gd name="connsiteX0" fmla="*/ 0 w 136566"/>
                  <a:gd name="connsiteY0" fmla="*/ 166255 h 166255"/>
                  <a:gd name="connsiteX1" fmla="*/ 71252 w 136566"/>
                  <a:gd name="connsiteY1" fmla="*/ 0 h 166255"/>
                  <a:gd name="connsiteX2" fmla="*/ 136566 w 136566"/>
                  <a:gd name="connsiteY2" fmla="*/ 166255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566" h="166255">
                    <a:moveTo>
                      <a:pt x="0" y="166255"/>
                    </a:moveTo>
                    <a:cubicBezTo>
                      <a:pt x="24245" y="83127"/>
                      <a:pt x="48491" y="0"/>
                      <a:pt x="71252" y="0"/>
                    </a:cubicBezTo>
                    <a:cubicBezTo>
                      <a:pt x="94013" y="0"/>
                      <a:pt x="115289" y="83127"/>
                      <a:pt x="136566" y="166255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736D64F0-21D2-77F1-AFC1-3EE959842394}"/>
                  </a:ext>
                </a:extLst>
              </p:cNvPr>
              <p:cNvSpPr/>
              <p:nvPr/>
            </p:nvSpPr>
            <p:spPr>
              <a:xfrm flipV="1">
                <a:off x="6386908" y="5074749"/>
                <a:ext cx="75553" cy="120536"/>
              </a:xfrm>
              <a:custGeom>
                <a:avLst/>
                <a:gdLst>
                  <a:gd name="connsiteX0" fmla="*/ 0 w 136566"/>
                  <a:gd name="connsiteY0" fmla="*/ 166255 h 166255"/>
                  <a:gd name="connsiteX1" fmla="*/ 71252 w 136566"/>
                  <a:gd name="connsiteY1" fmla="*/ 0 h 166255"/>
                  <a:gd name="connsiteX2" fmla="*/ 136566 w 136566"/>
                  <a:gd name="connsiteY2" fmla="*/ 166255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566" h="166255">
                    <a:moveTo>
                      <a:pt x="0" y="166255"/>
                    </a:moveTo>
                    <a:cubicBezTo>
                      <a:pt x="24245" y="83127"/>
                      <a:pt x="48491" y="0"/>
                      <a:pt x="71252" y="0"/>
                    </a:cubicBezTo>
                    <a:cubicBezTo>
                      <a:pt x="94013" y="0"/>
                      <a:pt x="115289" y="83127"/>
                      <a:pt x="136566" y="166255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976F927-82F9-0451-9D20-7F0488E36D60}"/>
                </a:ext>
              </a:extLst>
            </p:cNvPr>
            <p:cNvSpPr/>
            <p:nvPr/>
          </p:nvSpPr>
          <p:spPr>
            <a:xfrm>
              <a:off x="7099751" y="3551602"/>
              <a:ext cx="358346" cy="358346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DD8DBDA-8116-6AE3-5F32-DEB0BF5418A1}"/>
                </a:ext>
              </a:extLst>
            </p:cNvPr>
            <p:cNvGrpSpPr/>
            <p:nvPr/>
          </p:nvGrpSpPr>
          <p:grpSpPr>
            <a:xfrm>
              <a:off x="7189677" y="3610912"/>
              <a:ext cx="151106" cy="241072"/>
              <a:chOff x="6311355" y="4954213"/>
              <a:chExt cx="151106" cy="241072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C1DEA43-45D5-392C-0E04-2CA6359DE176}"/>
                  </a:ext>
                </a:extLst>
              </p:cNvPr>
              <p:cNvSpPr/>
              <p:nvPr/>
            </p:nvSpPr>
            <p:spPr>
              <a:xfrm>
                <a:off x="6311355" y="4954213"/>
                <a:ext cx="75553" cy="120536"/>
              </a:xfrm>
              <a:custGeom>
                <a:avLst/>
                <a:gdLst>
                  <a:gd name="connsiteX0" fmla="*/ 0 w 136566"/>
                  <a:gd name="connsiteY0" fmla="*/ 166255 h 166255"/>
                  <a:gd name="connsiteX1" fmla="*/ 71252 w 136566"/>
                  <a:gd name="connsiteY1" fmla="*/ 0 h 166255"/>
                  <a:gd name="connsiteX2" fmla="*/ 136566 w 136566"/>
                  <a:gd name="connsiteY2" fmla="*/ 166255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566" h="166255">
                    <a:moveTo>
                      <a:pt x="0" y="166255"/>
                    </a:moveTo>
                    <a:cubicBezTo>
                      <a:pt x="24245" y="83127"/>
                      <a:pt x="48491" y="0"/>
                      <a:pt x="71252" y="0"/>
                    </a:cubicBezTo>
                    <a:cubicBezTo>
                      <a:pt x="94013" y="0"/>
                      <a:pt x="115289" y="83127"/>
                      <a:pt x="136566" y="166255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F1327D6B-5795-1AEA-0AFE-336B02600F4A}"/>
                  </a:ext>
                </a:extLst>
              </p:cNvPr>
              <p:cNvSpPr/>
              <p:nvPr/>
            </p:nvSpPr>
            <p:spPr>
              <a:xfrm flipV="1">
                <a:off x="6386908" y="5074749"/>
                <a:ext cx="75553" cy="120536"/>
              </a:xfrm>
              <a:custGeom>
                <a:avLst/>
                <a:gdLst>
                  <a:gd name="connsiteX0" fmla="*/ 0 w 136566"/>
                  <a:gd name="connsiteY0" fmla="*/ 166255 h 166255"/>
                  <a:gd name="connsiteX1" fmla="*/ 71252 w 136566"/>
                  <a:gd name="connsiteY1" fmla="*/ 0 h 166255"/>
                  <a:gd name="connsiteX2" fmla="*/ 136566 w 136566"/>
                  <a:gd name="connsiteY2" fmla="*/ 166255 h 166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6566" h="166255">
                    <a:moveTo>
                      <a:pt x="0" y="166255"/>
                    </a:moveTo>
                    <a:cubicBezTo>
                      <a:pt x="24245" y="83127"/>
                      <a:pt x="48491" y="0"/>
                      <a:pt x="71252" y="0"/>
                    </a:cubicBezTo>
                    <a:cubicBezTo>
                      <a:pt x="94013" y="0"/>
                      <a:pt x="115289" y="83127"/>
                      <a:pt x="136566" y="166255"/>
                    </a:cubicBezTo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C50520-9D5E-EDA2-057E-7C698358D774}"/>
              </a:ext>
            </a:extLst>
          </p:cNvPr>
          <p:cNvCxnSpPr>
            <a:cxnSpLocks/>
            <a:stCxn id="4" idx="2"/>
          </p:cNvCxnSpPr>
          <p:nvPr/>
        </p:nvCxnSpPr>
        <p:spPr>
          <a:xfrm flipV="1">
            <a:off x="2845320" y="2926163"/>
            <a:ext cx="0" cy="144063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A63B69E-8CF4-F5FA-04F7-FF788E88AAF1}"/>
              </a:ext>
            </a:extLst>
          </p:cNvPr>
          <p:cNvCxnSpPr>
            <a:cxnSpLocks/>
          </p:cNvCxnSpPr>
          <p:nvPr/>
        </p:nvCxnSpPr>
        <p:spPr>
          <a:xfrm flipV="1">
            <a:off x="4954431" y="2926163"/>
            <a:ext cx="0" cy="144063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1BA3AE-D65F-48CD-E681-C098FCD2B099}"/>
              </a:ext>
            </a:extLst>
          </p:cNvPr>
          <p:cNvCxnSpPr>
            <a:cxnSpLocks/>
          </p:cNvCxnSpPr>
          <p:nvPr/>
        </p:nvCxnSpPr>
        <p:spPr>
          <a:xfrm>
            <a:off x="3227394" y="2729928"/>
            <a:ext cx="0" cy="624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5865BA-C74B-6FC8-759B-C8C490850504}"/>
              </a:ext>
            </a:extLst>
          </p:cNvPr>
          <p:cNvCxnSpPr>
            <a:cxnSpLocks/>
          </p:cNvCxnSpPr>
          <p:nvPr/>
        </p:nvCxnSpPr>
        <p:spPr>
          <a:xfrm>
            <a:off x="2465088" y="2729928"/>
            <a:ext cx="762306" cy="6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E3DEB9B-69BE-9573-A9B6-28B339673E25}"/>
              </a:ext>
            </a:extLst>
          </p:cNvPr>
          <p:cNvSpPr/>
          <p:nvPr/>
        </p:nvSpPr>
        <p:spPr>
          <a:xfrm>
            <a:off x="3289484" y="3037172"/>
            <a:ext cx="609338" cy="97766"/>
          </a:xfrm>
          <a:prstGeom prst="ellipse">
            <a:avLst/>
          </a:prstGeom>
          <a:solidFill>
            <a:schemeClr val="bg2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D5EFA31-F50D-79C0-8F1C-EDDE6DDF4E9D}"/>
              </a:ext>
            </a:extLst>
          </p:cNvPr>
          <p:cNvSpPr/>
          <p:nvPr/>
        </p:nvSpPr>
        <p:spPr>
          <a:xfrm>
            <a:off x="3289484" y="4237352"/>
            <a:ext cx="609338" cy="213957"/>
          </a:xfrm>
          <a:prstGeom prst="ellipse">
            <a:avLst/>
          </a:prstGeom>
          <a:solidFill>
            <a:schemeClr val="bg2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65CE8D-8553-34C7-098E-8CB1C1D7A742}"/>
              </a:ext>
            </a:extLst>
          </p:cNvPr>
          <p:cNvCxnSpPr>
            <a:stCxn id="29" idx="6"/>
          </p:cNvCxnSpPr>
          <p:nvPr/>
        </p:nvCxnSpPr>
        <p:spPr>
          <a:xfrm>
            <a:off x="3898822" y="3086055"/>
            <a:ext cx="0" cy="1278319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F7D67BB-5417-C397-0395-995D911201CE}"/>
              </a:ext>
            </a:extLst>
          </p:cNvPr>
          <p:cNvCxnSpPr/>
          <p:nvPr/>
        </p:nvCxnSpPr>
        <p:spPr>
          <a:xfrm>
            <a:off x="3289484" y="3086055"/>
            <a:ext cx="0" cy="1278319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A22ED1-26FE-1606-630E-F758CF84CD42}"/>
              </a:ext>
            </a:extLst>
          </p:cNvPr>
          <p:cNvGrpSpPr/>
          <p:nvPr/>
        </p:nvGrpSpPr>
        <p:grpSpPr>
          <a:xfrm>
            <a:off x="2910870" y="4694705"/>
            <a:ext cx="1957966" cy="533793"/>
            <a:chOff x="2432809" y="5002034"/>
            <a:chExt cx="1957966" cy="53379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AF1CA71-F073-5B3B-8F32-B363B43D2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2809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44B66B4-7785-599B-52FE-F7DB5AC130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137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2BC8313-5565-D527-BCFA-94A5181C6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5465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6497488-FB48-E500-4F03-BF85FCC76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793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0052593-CF9D-B7A6-8C4F-C491C7AB35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121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CCC5BC7-4038-75F5-74C0-83CEB590C3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4449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A9082B8-2AC6-3FC9-180A-604785303A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0775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E6735F66-2A3D-4D6E-674B-622880D0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305" y="5297636"/>
            <a:ext cx="1569707" cy="23761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3974CCBE-86FB-4449-7FB1-32154C48084C}"/>
              </a:ext>
            </a:extLst>
          </p:cNvPr>
          <p:cNvSpPr txBox="1"/>
          <p:nvPr/>
        </p:nvSpPr>
        <p:spPr>
          <a:xfrm>
            <a:off x="5069757" y="1869679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</a:t>
            </a:r>
          </a:p>
          <a:p>
            <a:r>
              <a:rPr lang="en-US" dirty="0"/>
              <a:t>amplifier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5B4F91-7D04-41BF-E514-22436D187CCB}"/>
              </a:ext>
            </a:extLst>
          </p:cNvPr>
          <p:cNvSpPr txBox="1"/>
          <p:nvPr/>
        </p:nvSpPr>
        <p:spPr>
          <a:xfrm>
            <a:off x="3036305" y="2192844"/>
            <a:ext cx="161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resonant cavity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B6EEE59-A97D-61AB-7E4F-5919471CC42C}"/>
              </a:ext>
            </a:extLst>
          </p:cNvPr>
          <p:cNvSpPr txBox="1"/>
          <p:nvPr/>
        </p:nvSpPr>
        <p:spPr>
          <a:xfrm>
            <a:off x="1926458" y="1886965"/>
            <a:ext cx="7419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probe</a:t>
            </a:r>
          </a:p>
          <a:p>
            <a:r>
              <a:rPr lang="en-US" dirty="0"/>
              <a:t>signal</a:t>
            </a:r>
          </a:p>
        </p:txBody>
      </p:sp>
    </p:spTree>
    <p:extLst>
      <p:ext uri="{BB962C8B-B14F-4D97-AF65-F5344CB8AC3E}">
        <p14:creationId xmlns:p14="http://schemas.microsoft.com/office/powerpoint/2010/main" val="24158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42894-C8C6-EEB0-6D7D-885A391FA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138" y="1278924"/>
            <a:ext cx="8194332" cy="424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66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65EA0B6-931D-04B9-8D81-70F98BDBA48B}"/>
              </a:ext>
            </a:extLst>
          </p:cNvPr>
          <p:cNvSpPr/>
          <p:nvPr/>
        </p:nvSpPr>
        <p:spPr>
          <a:xfrm>
            <a:off x="2845321" y="2841045"/>
            <a:ext cx="2109111" cy="158376"/>
          </a:xfrm>
          <a:prstGeom prst="ellipse">
            <a:avLst/>
          </a:prstGeom>
          <a:solidFill>
            <a:schemeClr val="bg2">
              <a:alpha val="5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18DA41-BB5F-3FBC-1D85-C0F40A3FC1AA}"/>
              </a:ext>
            </a:extLst>
          </p:cNvPr>
          <p:cNvSpPr/>
          <p:nvPr/>
        </p:nvSpPr>
        <p:spPr>
          <a:xfrm flipV="1">
            <a:off x="2845320" y="4138125"/>
            <a:ext cx="2109111" cy="457353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440F11-3C1E-B6A2-BB13-2784492403E8}"/>
              </a:ext>
            </a:extLst>
          </p:cNvPr>
          <p:cNvCxnSpPr>
            <a:cxnSpLocks/>
          </p:cNvCxnSpPr>
          <p:nvPr/>
        </p:nvCxnSpPr>
        <p:spPr>
          <a:xfrm>
            <a:off x="4726428" y="2654542"/>
            <a:ext cx="0" cy="6246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40723-704A-ABD9-602D-D8C7F9C055B7}"/>
              </a:ext>
            </a:extLst>
          </p:cNvPr>
          <p:cNvCxnSpPr>
            <a:cxnSpLocks/>
          </p:cNvCxnSpPr>
          <p:nvPr/>
        </p:nvCxnSpPr>
        <p:spPr>
          <a:xfrm>
            <a:off x="4728360" y="2666348"/>
            <a:ext cx="195290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riangle 5">
            <a:extLst>
              <a:ext uri="{FF2B5EF4-FFF2-40B4-BE49-F238E27FC236}">
                <a16:creationId xmlns:a16="http://schemas.microsoft.com/office/drawing/2014/main" id="{FCEB4578-333F-A6C7-A062-1A47DC501F2D}"/>
              </a:ext>
            </a:extLst>
          </p:cNvPr>
          <p:cNvSpPr/>
          <p:nvPr/>
        </p:nvSpPr>
        <p:spPr>
          <a:xfrm rot="5400000">
            <a:off x="5490110" y="2453962"/>
            <a:ext cx="358346" cy="4143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44E09F-0856-6AB9-82D2-C16498FECA89}"/>
              </a:ext>
            </a:extLst>
          </p:cNvPr>
          <p:cNvGrpSpPr/>
          <p:nvPr/>
        </p:nvGrpSpPr>
        <p:grpSpPr>
          <a:xfrm>
            <a:off x="2586954" y="2935135"/>
            <a:ext cx="210065" cy="1446566"/>
            <a:chOff x="1210962" y="4874213"/>
            <a:chExt cx="210065" cy="144656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772EC7-79CA-ACA8-E297-88A9ED7739A9}"/>
                </a:ext>
              </a:extLst>
            </p:cNvPr>
            <p:cNvSpPr/>
            <p:nvPr/>
          </p:nvSpPr>
          <p:spPr>
            <a:xfrm>
              <a:off x="1210962" y="4874213"/>
              <a:ext cx="210065" cy="14465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6B40F06-D1AA-4FD2-43E8-09EA5F2CA7A9}"/>
                </a:ext>
              </a:extLst>
            </p:cNvPr>
            <p:cNvCxnSpPr>
              <a:cxnSpLocks/>
            </p:cNvCxnSpPr>
            <p:nvPr/>
          </p:nvCxnSpPr>
          <p:spPr>
            <a:xfrm>
              <a:off x="1212715" y="4886337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98FC0B-BC14-7718-592E-97DEDA16B8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4780" y="4874213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9C3CAD-1775-1AAD-064B-0AB326E73D7E}"/>
              </a:ext>
            </a:extLst>
          </p:cNvPr>
          <p:cNvGrpSpPr/>
          <p:nvPr/>
        </p:nvGrpSpPr>
        <p:grpSpPr>
          <a:xfrm>
            <a:off x="5010862" y="2932357"/>
            <a:ext cx="210065" cy="1446566"/>
            <a:chOff x="1210962" y="4874213"/>
            <a:chExt cx="210065" cy="144656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13A739-1F83-77AC-AAEF-38031EC198A1}"/>
                </a:ext>
              </a:extLst>
            </p:cNvPr>
            <p:cNvSpPr/>
            <p:nvPr/>
          </p:nvSpPr>
          <p:spPr>
            <a:xfrm>
              <a:off x="1210962" y="4874213"/>
              <a:ext cx="210065" cy="14465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4F6EE4-5EDE-7436-2C3B-A96917ECF6CD}"/>
                </a:ext>
              </a:extLst>
            </p:cNvPr>
            <p:cNvCxnSpPr>
              <a:cxnSpLocks/>
            </p:cNvCxnSpPr>
            <p:nvPr/>
          </p:nvCxnSpPr>
          <p:spPr>
            <a:xfrm>
              <a:off x="1212715" y="4886337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EA3E616-9E91-41AD-5706-A6AE623ECC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4780" y="4874213"/>
              <a:ext cx="203855" cy="1432017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5E8564-876C-D8EF-2D97-33B40081EF65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2845320" y="2926163"/>
            <a:ext cx="0" cy="144063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E46E75-BACF-59B8-D25D-7A022AE802B3}"/>
              </a:ext>
            </a:extLst>
          </p:cNvPr>
          <p:cNvCxnSpPr>
            <a:cxnSpLocks/>
          </p:cNvCxnSpPr>
          <p:nvPr/>
        </p:nvCxnSpPr>
        <p:spPr>
          <a:xfrm flipV="1">
            <a:off x="4954431" y="2926163"/>
            <a:ext cx="0" cy="144063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6B777A2-347A-6E61-4D7F-757CB4311DCC}"/>
              </a:ext>
            </a:extLst>
          </p:cNvPr>
          <p:cNvGrpSpPr/>
          <p:nvPr/>
        </p:nvGrpSpPr>
        <p:grpSpPr>
          <a:xfrm>
            <a:off x="3821158" y="3075868"/>
            <a:ext cx="609338" cy="1414137"/>
            <a:chOff x="3289484" y="3037172"/>
            <a:chExt cx="609338" cy="141413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4115041-8CD0-7AD0-6725-BDFB4B73CFE9}"/>
                </a:ext>
              </a:extLst>
            </p:cNvPr>
            <p:cNvSpPr/>
            <p:nvPr/>
          </p:nvSpPr>
          <p:spPr>
            <a:xfrm>
              <a:off x="3289484" y="3037172"/>
              <a:ext cx="609338" cy="97766"/>
            </a:xfrm>
            <a:prstGeom prst="ellipse">
              <a:avLst/>
            </a:prstGeom>
            <a:solidFill>
              <a:schemeClr val="bg2">
                <a:alpha val="56000"/>
              </a:schemeClr>
            </a:solidFill>
            <a:ln>
              <a:solidFill>
                <a:schemeClr val="tx1">
                  <a:alpha val="13083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020276F-2D1B-5267-ABE9-78F77B089CA0}"/>
                </a:ext>
              </a:extLst>
            </p:cNvPr>
            <p:cNvSpPr/>
            <p:nvPr/>
          </p:nvSpPr>
          <p:spPr>
            <a:xfrm>
              <a:off x="3289484" y="4237352"/>
              <a:ext cx="609338" cy="213957"/>
            </a:xfrm>
            <a:prstGeom prst="ellipse">
              <a:avLst/>
            </a:prstGeom>
            <a:solidFill>
              <a:schemeClr val="bg2">
                <a:alpha val="56000"/>
              </a:schemeClr>
            </a:solidFill>
            <a:ln>
              <a:solidFill>
                <a:schemeClr val="tx1">
                  <a:alpha val="13083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1901E8-ECAC-C435-AD15-2A25B28BC102}"/>
                </a:ext>
              </a:extLst>
            </p:cNvPr>
            <p:cNvCxnSpPr>
              <a:stCxn id="27" idx="6"/>
            </p:cNvCxnSpPr>
            <p:nvPr/>
          </p:nvCxnSpPr>
          <p:spPr>
            <a:xfrm>
              <a:off x="3898822" y="3086055"/>
              <a:ext cx="0" cy="1278319"/>
            </a:xfrm>
            <a:prstGeom prst="line">
              <a:avLst/>
            </a:prstGeom>
            <a:ln w="15875">
              <a:solidFill>
                <a:schemeClr val="tx1">
                  <a:alpha val="1308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EB3416-3F1C-89FB-178E-312555E72485}"/>
                </a:ext>
              </a:extLst>
            </p:cNvPr>
            <p:cNvCxnSpPr/>
            <p:nvPr/>
          </p:nvCxnSpPr>
          <p:spPr>
            <a:xfrm>
              <a:off x="3289484" y="3086055"/>
              <a:ext cx="0" cy="1278319"/>
            </a:xfrm>
            <a:prstGeom prst="line">
              <a:avLst/>
            </a:prstGeom>
            <a:ln w="15875">
              <a:solidFill>
                <a:schemeClr val="tx1">
                  <a:alpha val="13083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69047D-DD55-DC56-DE11-52EE24C6B757}"/>
              </a:ext>
            </a:extLst>
          </p:cNvPr>
          <p:cNvGrpSpPr/>
          <p:nvPr/>
        </p:nvGrpSpPr>
        <p:grpSpPr>
          <a:xfrm>
            <a:off x="2910870" y="4694705"/>
            <a:ext cx="1957966" cy="533793"/>
            <a:chOff x="2432809" y="5002034"/>
            <a:chExt cx="1957966" cy="533793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2E6BD32-3B0A-C76C-627E-B2CC9413B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2809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419AD5A-A659-6FFA-C4A3-0E8CA722E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9137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821CDD9-914E-896B-458C-B0FA77B6A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5465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10DA5C5-8E3D-1098-E7FF-7CF81EDBD0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793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4E0B78C-518E-8B72-D6BA-7BD8945DA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8121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A72EAA7-D14E-8992-8B1F-EB957F3BC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4449" y="5002034"/>
              <a:ext cx="0" cy="53379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3C68E87-3D15-2096-67ED-539FD2679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0775" y="5002034"/>
              <a:ext cx="0" cy="52143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C984F515-1DB3-FC35-2E66-F992F06B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305" y="5297636"/>
            <a:ext cx="1569707" cy="23761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7FAEEEE-224A-3763-B13D-B5AD0398B604}"/>
              </a:ext>
            </a:extLst>
          </p:cNvPr>
          <p:cNvSpPr txBox="1"/>
          <p:nvPr/>
        </p:nvSpPr>
        <p:spPr>
          <a:xfrm>
            <a:off x="5252609" y="1846075"/>
            <a:ext cx="1026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</a:t>
            </a:r>
          </a:p>
          <a:p>
            <a:r>
              <a:rPr lang="en-US" dirty="0"/>
              <a:t>amplifier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A8ED62-4435-5D0A-98D2-17F86C7E86F3}"/>
              </a:ext>
            </a:extLst>
          </p:cNvPr>
          <p:cNvSpPr txBox="1"/>
          <p:nvPr/>
        </p:nvSpPr>
        <p:spPr>
          <a:xfrm>
            <a:off x="3116700" y="2213855"/>
            <a:ext cx="161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resonant cavity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05744B-2652-29C2-6C6C-5EEE52C33577}"/>
              </a:ext>
            </a:extLst>
          </p:cNvPr>
          <p:cNvGrpSpPr/>
          <p:nvPr/>
        </p:nvGrpSpPr>
        <p:grpSpPr>
          <a:xfrm rot="5400000">
            <a:off x="3103264" y="3697159"/>
            <a:ext cx="755935" cy="322841"/>
            <a:chOff x="6997148" y="3616539"/>
            <a:chExt cx="3359918" cy="94365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7097181-1C1E-29D9-0D06-C122003D1FD1}"/>
                </a:ext>
              </a:extLst>
            </p:cNvPr>
            <p:cNvGrpSpPr/>
            <p:nvPr/>
          </p:nvGrpSpPr>
          <p:grpSpPr>
            <a:xfrm>
              <a:off x="6997148" y="3627775"/>
              <a:ext cx="854855" cy="917925"/>
              <a:chOff x="6997148" y="3627775"/>
              <a:chExt cx="854855" cy="917925"/>
            </a:xfrm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7CAB983F-165E-3B3A-AF5E-376BE753CF70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4829F4B-B770-607D-6B31-AA0A42B98690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B098C7F-0B3F-6AA9-2B9E-C216AC9904E4}"/>
                </a:ext>
              </a:extLst>
            </p:cNvPr>
            <p:cNvGrpSpPr/>
            <p:nvPr/>
          </p:nvGrpSpPr>
          <p:grpSpPr>
            <a:xfrm>
              <a:off x="7832169" y="3627775"/>
              <a:ext cx="854855" cy="917925"/>
              <a:chOff x="6997148" y="3627775"/>
              <a:chExt cx="854855" cy="917925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9155615-2D97-DCDC-3DC3-B97646DC7971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C8C1697-AC81-6734-8699-E17E6C99A2FD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C5BF7C2-78E6-DCDD-A505-57022970334E}"/>
                </a:ext>
              </a:extLst>
            </p:cNvPr>
            <p:cNvGrpSpPr/>
            <p:nvPr/>
          </p:nvGrpSpPr>
          <p:grpSpPr>
            <a:xfrm>
              <a:off x="8667190" y="3642268"/>
              <a:ext cx="854855" cy="917925"/>
              <a:chOff x="6997148" y="3627775"/>
              <a:chExt cx="854855" cy="917925"/>
            </a:xfrm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F4681BAC-509A-F8B4-092B-6CC43C39CD67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D618961-050E-B5E8-8B8D-B5663DE95F08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E41E5F4-7944-36F4-1FD0-7C374AE627BF}"/>
                </a:ext>
              </a:extLst>
            </p:cNvPr>
            <p:cNvGrpSpPr/>
            <p:nvPr/>
          </p:nvGrpSpPr>
          <p:grpSpPr>
            <a:xfrm>
              <a:off x="9502211" y="3616539"/>
              <a:ext cx="854855" cy="917925"/>
              <a:chOff x="6997148" y="3627775"/>
              <a:chExt cx="854855" cy="917925"/>
            </a:xfrm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2BD22516-5A93-25AB-685C-2038928F6D51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B4F60E1F-1200-4BF8-6159-334A38678B95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BC82D7A-ECFA-D525-D485-87756E58F9FC}"/>
              </a:ext>
            </a:extLst>
          </p:cNvPr>
          <p:cNvGrpSpPr/>
          <p:nvPr/>
        </p:nvGrpSpPr>
        <p:grpSpPr>
          <a:xfrm>
            <a:off x="3681600" y="3096304"/>
            <a:ext cx="860212" cy="241596"/>
            <a:chOff x="6997148" y="3616539"/>
            <a:chExt cx="3359918" cy="943654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E58AD7A-9D8F-132D-A1BF-4935821D9EBC}"/>
                </a:ext>
              </a:extLst>
            </p:cNvPr>
            <p:cNvGrpSpPr/>
            <p:nvPr/>
          </p:nvGrpSpPr>
          <p:grpSpPr>
            <a:xfrm>
              <a:off x="6997148" y="3627775"/>
              <a:ext cx="854855" cy="917925"/>
              <a:chOff x="6997148" y="3627775"/>
              <a:chExt cx="854855" cy="917925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1D30E6E1-7064-BF3F-04C3-0CE0E4796B3E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AD02BEC7-0ED1-B2F2-912A-A4D2F58F2FD4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DEECDF2-7E00-38A3-B1DE-4854B0E08F7B}"/>
                </a:ext>
              </a:extLst>
            </p:cNvPr>
            <p:cNvGrpSpPr/>
            <p:nvPr/>
          </p:nvGrpSpPr>
          <p:grpSpPr>
            <a:xfrm>
              <a:off x="7832169" y="3627775"/>
              <a:ext cx="854855" cy="917925"/>
              <a:chOff x="6997148" y="3627775"/>
              <a:chExt cx="854855" cy="917925"/>
            </a:xfrm>
          </p:grpSpPr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F936159E-64A1-1151-ED2F-9AD4BE9F355A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547A0846-56C0-26E1-6B31-7126DAE9B038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E11E881-9A25-3E79-E286-55414AF49010}"/>
                </a:ext>
              </a:extLst>
            </p:cNvPr>
            <p:cNvGrpSpPr/>
            <p:nvPr/>
          </p:nvGrpSpPr>
          <p:grpSpPr>
            <a:xfrm>
              <a:off x="8667190" y="3642268"/>
              <a:ext cx="854855" cy="917925"/>
              <a:chOff x="6997148" y="3627775"/>
              <a:chExt cx="854855" cy="917925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9390FD1-412E-CFA8-2F16-DF39115267EE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8AC65F69-5F1C-1203-54F8-F6D1CAC9A795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A9B3817-578C-74EB-F4D2-7B3AE16AB0AC}"/>
                </a:ext>
              </a:extLst>
            </p:cNvPr>
            <p:cNvGrpSpPr/>
            <p:nvPr/>
          </p:nvGrpSpPr>
          <p:grpSpPr>
            <a:xfrm>
              <a:off x="9502211" y="3616539"/>
              <a:ext cx="854855" cy="917925"/>
              <a:chOff x="6997148" y="3627775"/>
              <a:chExt cx="854855" cy="917925"/>
            </a:xfrm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B6A91D80-E3FB-D9AE-BE9C-674B39DE40CC}"/>
                  </a:ext>
                </a:extLst>
              </p:cNvPr>
              <p:cNvSpPr/>
              <p:nvPr/>
            </p:nvSpPr>
            <p:spPr>
              <a:xfrm>
                <a:off x="6997148" y="3627775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8A62FF41-B773-16EF-FE79-396CA425565A}"/>
                  </a:ext>
                </a:extLst>
              </p:cNvPr>
              <p:cNvSpPr/>
              <p:nvPr/>
            </p:nvSpPr>
            <p:spPr>
              <a:xfrm flipH="1" flipV="1">
                <a:off x="7404742" y="4035350"/>
                <a:ext cx="447261" cy="510350"/>
              </a:xfrm>
              <a:custGeom>
                <a:avLst/>
                <a:gdLst>
                  <a:gd name="connsiteX0" fmla="*/ 0 w 606287"/>
                  <a:gd name="connsiteY0" fmla="*/ 457208 h 467147"/>
                  <a:gd name="connsiteX1" fmla="*/ 308113 w 606287"/>
                  <a:gd name="connsiteY1" fmla="*/ 8 h 467147"/>
                  <a:gd name="connsiteX2" fmla="*/ 606287 w 606287"/>
                  <a:gd name="connsiteY2" fmla="*/ 467147 h 467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6287" h="467147">
                    <a:moveTo>
                      <a:pt x="0" y="457208"/>
                    </a:moveTo>
                    <a:cubicBezTo>
                      <a:pt x="103532" y="227780"/>
                      <a:pt x="207065" y="-1648"/>
                      <a:pt x="308113" y="8"/>
                    </a:cubicBezTo>
                    <a:cubicBezTo>
                      <a:pt x="409161" y="1664"/>
                      <a:pt x="559904" y="392604"/>
                      <a:pt x="606287" y="46714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E2EED65-2064-302C-1AAB-060255CD8CFF}"/>
              </a:ext>
            </a:extLst>
          </p:cNvPr>
          <p:cNvGrpSpPr/>
          <p:nvPr/>
        </p:nvGrpSpPr>
        <p:grpSpPr>
          <a:xfrm>
            <a:off x="3382171" y="4212963"/>
            <a:ext cx="260355" cy="260355"/>
            <a:chOff x="8200344" y="4694704"/>
            <a:chExt cx="955335" cy="955335"/>
          </a:xfrm>
          <a:solidFill>
            <a:schemeClr val="bg1"/>
          </a:solidFill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FAE9795-8939-E65A-3DAD-110523EC99E2}"/>
                </a:ext>
              </a:extLst>
            </p:cNvPr>
            <p:cNvSpPr/>
            <p:nvPr/>
          </p:nvSpPr>
          <p:spPr>
            <a:xfrm>
              <a:off x="8200344" y="4694704"/>
              <a:ext cx="955335" cy="955335"/>
            </a:xfrm>
            <a:prstGeom prst="ellipse">
              <a:avLst/>
            </a:prstGeom>
            <a:grp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6339887-7EAD-41AC-7F9B-C43F41BBC4A2}"/>
                </a:ext>
              </a:extLst>
            </p:cNvPr>
            <p:cNvCxnSpPr>
              <a:stCxn id="70" idx="1"/>
              <a:endCxn id="70" idx="5"/>
            </p:cNvCxnSpPr>
            <p:nvPr/>
          </p:nvCxnSpPr>
          <p:spPr>
            <a:xfrm>
              <a:off x="8340250" y="4834610"/>
              <a:ext cx="675523" cy="675523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8D16C00-2837-5E81-02BB-B346C59041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40230" y="4834610"/>
              <a:ext cx="675523" cy="675523"/>
            </a:xfrm>
            <a:prstGeom prst="line">
              <a:avLst/>
            </a:prstGeom>
            <a:grpFill/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riangle 74">
            <a:extLst>
              <a:ext uri="{FF2B5EF4-FFF2-40B4-BE49-F238E27FC236}">
                <a16:creationId xmlns:a16="http://schemas.microsoft.com/office/drawing/2014/main" id="{637B7C14-7520-79BB-28FA-5133FA31CEA6}"/>
              </a:ext>
            </a:extLst>
          </p:cNvPr>
          <p:cNvSpPr/>
          <p:nvPr/>
        </p:nvSpPr>
        <p:spPr>
          <a:xfrm rot="18479629">
            <a:off x="3285747" y="3112449"/>
            <a:ext cx="333633" cy="283706"/>
          </a:xfrm>
          <a:prstGeom prst="triangle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AF5FC55-6611-9917-CE6F-F344F0573511}"/>
              </a:ext>
            </a:extLst>
          </p:cNvPr>
          <p:cNvCxnSpPr>
            <a:cxnSpLocks/>
          </p:cNvCxnSpPr>
          <p:nvPr/>
        </p:nvCxnSpPr>
        <p:spPr>
          <a:xfrm>
            <a:off x="2178699" y="2259987"/>
            <a:ext cx="1166320" cy="9156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C710CB40-5DD2-BC8C-A151-B8CB713F8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799" y="1981032"/>
            <a:ext cx="215900" cy="2159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14C7D2A2-81A3-E46D-C173-85AC6E772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459" y="3366464"/>
            <a:ext cx="254000" cy="3175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AE83367-A445-B585-DDFF-F1617DB4D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91" y="3835400"/>
            <a:ext cx="419100" cy="4445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CF4520D-1AB3-B029-1579-C2BED7C542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546" y="3480612"/>
            <a:ext cx="2095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5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pper machine with wires and tubes&#10;&#10;Description automatically generated with medium confidence">
            <a:extLst>
              <a:ext uri="{FF2B5EF4-FFF2-40B4-BE49-F238E27FC236}">
                <a16:creationId xmlns:a16="http://schemas.microsoft.com/office/drawing/2014/main" id="{DA742E6E-79FF-8D1A-5FDC-E7C3F27B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6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E6C04B7B-308D-E99A-ED1D-74140FB3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220" y="994488"/>
            <a:ext cx="3875559" cy="518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9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21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Lecture 6 illustrations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Daw</dc:creator>
  <cp:lastModifiedBy>Edward Daw</cp:lastModifiedBy>
  <cp:revision>2</cp:revision>
  <dcterms:created xsi:type="dcterms:W3CDTF">2025-12-05T14:41:56Z</dcterms:created>
  <dcterms:modified xsi:type="dcterms:W3CDTF">2025-12-05T16:19:40Z</dcterms:modified>
</cp:coreProperties>
</file>