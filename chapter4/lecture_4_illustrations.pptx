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4D5A-5F05-F762-6032-18A229B83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B1CF5-E1A0-2DC7-56E7-BECC24E72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7779-1313-1CB1-CCA3-BB321ADD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53369-B7F3-913F-E3A2-E624A798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862C-EE59-FF2E-56A5-BF6BE9C9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7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87C8-46D9-FA0F-3A62-A0621F64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7C5B3-B8F2-A990-F14F-127EA4E5F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C07F6-642A-100B-85BD-774EDEDE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B06AF-6D22-FA15-EC3C-3945DEF03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A300F-C9AA-0EB3-398C-06166D64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F5BE-809E-49F6-777E-FA26F5988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FF50-7E20-13D4-FC4B-85F5AE8CF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34F1B-7AD1-3E18-FC84-4D1A6830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7C28-A8B7-6ECC-E073-0942404F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B9695-1C3E-BB23-CEB2-33DAAAE3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0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6668-2F84-2CFB-05D9-DEBA7FBD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0A78C-6C8E-59F9-240B-B0789E23E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63294-7C7E-BA46-FC4E-4255338F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E640E-9199-3B16-FBE7-73310A2E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5D70B-0384-9CF6-6C5F-79848B71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C8B62-FA68-249F-08BB-9BF51E4A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5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5FA8-1907-857E-496F-0BE323B8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0C7C4-89CF-9318-2DC2-A96D93AF6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57BB0-49A8-D8A7-33C2-139E64A9E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DD78B-AA2B-02B0-3E70-F6782208B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ECC6A-C9E8-9408-0C1E-8424F7111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C674A-8974-0D9F-20E1-5132B7AF6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54F6D-1074-D31C-3A5B-3F63EDF4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D12AA-1C00-D2F4-6BA4-E1E000D7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2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EF27-278B-A4BF-19AD-86AF44B1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7B60A-74AB-014E-C204-1FE6AEC1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71DED-AEBC-2938-872E-6C3C7961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FAC37-9DAB-DA4D-D6EC-09F73A47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8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21590-8B6B-1F7E-FCF3-81399AB8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DAF67-E41C-ACE0-CD33-D9E3B134B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2F58-4464-10D6-DBA9-C5AE6F75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14E6-95F7-18D2-488D-956A0B5E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52CA-E074-BF4B-FC22-7CA5D19E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3D31E-DC8F-8CEB-AC85-1C5C6D7F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A4FCE-D018-CDC8-814E-3F0D5AB3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7F3D7-135B-BC5C-D424-676C85F0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DD26D-CD7C-BAD7-DBC2-B5671E93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6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D759-78B6-9CF6-E1E4-2171F688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DC847-161C-890B-0810-20A25DEFE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A5716-0F26-AC69-40BC-84ACAF36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76A8A-E46A-1669-A8EC-82CA8C04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EF2EF-BB74-F0F2-C43D-B6CF8029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553D9-DC97-CAED-E97C-4B6035A1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00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BC27-01C8-C2AC-9B56-D9EAA0C2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0BAB0-4A06-DA55-F734-C05D03137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849D5-2433-05F3-68EE-A7A372C79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8A06B-2D01-E6D1-14AA-C58F5E74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7C68-5389-99FD-5514-CE483E5D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95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EA91-0876-EE3F-3574-CF3FE8E5A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0C8DE-A146-76F2-063C-28027CAC1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2EA1-C82F-9F19-7FE1-1829EFB2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4E3B7-EAF6-5E1E-FB49-91CE2CA0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6D4C-08AA-D66D-494B-19845890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5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35778-C303-061A-3491-A7986C8A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7653E-C54A-E8CE-DCA4-8290D50DA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904EA-A8A6-77F3-D5F9-24F91A1DC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B61C-00C9-4D40-82F2-2200E307EC7A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72B32-20DE-FEE0-7131-816415BE3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99396-AEA2-D833-5631-07ABEF3F1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A7D89-A7EF-CC44-840A-EBDA1C02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555A-8303-073D-A76F-814858C4F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568" y="146179"/>
            <a:ext cx="9144000" cy="1732048"/>
          </a:xfrm>
        </p:spPr>
        <p:txBody>
          <a:bodyPr>
            <a:normAutofit fontScale="90000"/>
          </a:bodyPr>
          <a:lstStyle/>
          <a:p>
            <a:r>
              <a:rPr lang="en-US" dirty="0"/>
              <a:t>The Differential WIMP elastic scattering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8D25D-B114-2445-FDDA-E94245D3F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4633" y="1878227"/>
            <a:ext cx="2895600" cy="450978"/>
          </a:xfrm>
        </p:spPr>
        <p:txBody>
          <a:bodyPr/>
          <a:lstStyle/>
          <a:p>
            <a:r>
              <a:rPr lang="en-US" dirty="0"/>
              <a:t>Ed Daw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A166FF-F2C8-E3AD-B634-92AE5F334457}"/>
              </a:ext>
            </a:extLst>
          </p:cNvPr>
          <p:cNvGrpSpPr/>
          <p:nvPr/>
        </p:nvGrpSpPr>
        <p:grpSpPr>
          <a:xfrm>
            <a:off x="679278" y="1297608"/>
            <a:ext cx="9461500" cy="5304183"/>
            <a:chOff x="679278" y="1297608"/>
            <a:chExt cx="9461500" cy="5304183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31AEBD4-EA54-2FC6-280D-9DD5F4FA0B97}"/>
                </a:ext>
              </a:extLst>
            </p:cNvPr>
            <p:cNvCxnSpPr/>
            <p:nvPr/>
          </p:nvCxnSpPr>
          <p:spPr>
            <a:xfrm flipV="1">
              <a:off x="2051222" y="1902620"/>
              <a:ext cx="0" cy="3422821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043FA3-219A-E408-709F-7F41BA72877C}"/>
                </a:ext>
              </a:extLst>
            </p:cNvPr>
            <p:cNvCxnSpPr>
              <a:cxnSpLocks/>
            </p:cNvCxnSpPr>
            <p:nvPr/>
          </p:nvCxnSpPr>
          <p:spPr>
            <a:xfrm>
              <a:off x="2051222" y="5325441"/>
              <a:ext cx="73152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4DAA85-7D00-8B4A-388E-AF1ED71ADAA0}"/>
                </a:ext>
              </a:extLst>
            </p:cNvPr>
            <p:cNvSpPr/>
            <p:nvPr/>
          </p:nvSpPr>
          <p:spPr>
            <a:xfrm>
              <a:off x="2051222" y="3175366"/>
              <a:ext cx="4658497" cy="21500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FC0097-4B0F-D8BD-6D94-24A6580C0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3878" y="5128591"/>
              <a:ext cx="596900" cy="393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21F45DE-C6EC-08AB-B31C-1B8DBEBA5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6370" y="1297608"/>
              <a:ext cx="1193800" cy="4699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C5C1079-F933-7709-4341-DF8F29917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278" y="2699116"/>
              <a:ext cx="1244600" cy="9525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7AEE54F-55BE-AC3C-1519-1F23A583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0292" y="5522291"/>
              <a:ext cx="2946400" cy="107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84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9198E08E-EC36-1AD3-F5E5-2E784B351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095" y="127988"/>
            <a:ext cx="5529196" cy="660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5CD172-566B-4FBC-0FF8-917AB667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779" y="1052167"/>
            <a:ext cx="4206617" cy="1107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60267A-E3FA-53C9-F0D0-487A7F6C37BE}"/>
              </a:ext>
            </a:extLst>
          </p:cNvPr>
          <p:cNvSpPr txBox="1"/>
          <p:nvPr/>
        </p:nvSpPr>
        <p:spPr>
          <a:xfrm>
            <a:off x="7685901" y="5548184"/>
            <a:ext cx="56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6206DD-296D-48E6-EEFC-D59DD9275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47" y="5199126"/>
            <a:ext cx="2594232" cy="987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0B5BBD-CD74-11AE-CC73-F9CEE8F2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053" y="3911196"/>
            <a:ext cx="2930159" cy="9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The Differential WIMP elastic scattering rate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3</cp:revision>
  <dcterms:created xsi:type="dcterms:W3CDTF">2025-11-28T14:17:02Z</dcterms:created>
  <dcterms:modified xsi:type="dcterms:W3CDTF">2025-11-28T17:30:04Z</dcterms:modified>
</cp:coreProperties>
</file>