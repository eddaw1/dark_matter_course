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DA2AF-281E-1D33-534D-F612B9BF6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7E40A-69DE-A067-A5F3-31CA23539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2797A-6665-A4BE-E057-165D0EF7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0CB1F-E388-634D-4773-ACBEFDD37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6F14D-45D1-AC7D-30F3-AA74E7732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62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47EE-4486-1898-08B6-7724376D3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EED7B-1A95-1562-6C17-201588F9A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57C58-ED67-8C0E-C88B-9819C3D46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7044-3C80-752D-CC90-CF030D552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BA183-62FA-3445-C87A-D90E770E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7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62DD-889E-BB45-91A4-22E2AA048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B276B-45C6-E183-5569-F0B3BBF23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0DD18-BF47-D6F0-4666-B6EA28464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FB2D2-7F9D-5047-D5B7-D58630AB1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B77E5-BAAA-3DDD-B0B6-D739944B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3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D1B5-845B-40D6-1C12-2DA5D7694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7B9A-5F4E-C263-791B-8837BA8814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6FDB3-5A2B-1394-BD22-FF29E4DA9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8976F-5905-7952-3E9B-F510A75A1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7A719-E933-727B-ECCD-7AB6A9046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8EEAB-43C6-7020-C6D3-9BFCE833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3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284A-C9BE-1B70-561A-FA84DF1F1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4C618-6A14-7E6E-546A-F5C7F23A7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14B53-D630-0259-83B9-6918C3452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D62AB-DF87-50FA-8BD9-D2806C887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E7235-4CB9-4762-CFE5-B81BD84B8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63A26F-6CDA-EF79-AABF-9BCE2161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944C7B-52C4-CFDD-9CF0-F83DD4CA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F50C1F-B75F-787E-155F-6F49E2B5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4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DC630-2086-9C8E-FD97-3B195F60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D895FD-C8FA-0D7D-B2CD-C788E010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7CF94-9744-AE40-EF7C-4241CCF79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42C54-1AD7-C9BF-2340-9C2B487F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51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134BD-9497-AFD4-31F6-7AB5BD194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2E8511-2DF3-EDD3-E2C6-C6BEBAF8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3873E-9547-850C-6FAF-DED1E0430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1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4DC3-6393-DD08-58D8-920C97470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9405D-9450-D08D-165D-14986DA50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46330-9EC8-5B61-2878-48A59517D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9C3D2-E545-EC6E-1E2E-B485F8D7A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BCC3D-71EF-C8C2-04E5-2DB20FD6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076BA-E1B4-34A3-469D-B909A701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40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AA44-F747-6B4C-2365-664DDA39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9BE6F-AB3E-7A88-C6D1-9A0AA571E0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2EFEF-A693-1A62-D4AB-8688FDA71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CB4B0-13FC-8A6C-9C95-EC0E8563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8C1DA-FDF4-102B-036E-62D9D637B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B260C-5D95-AFA5-AD7D-F2FC3525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88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4623-68C5-DB5B-C470-1FDA8E45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50E82-EB92-DE12-7E91-5A40C0CC1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AC7FC-5DC7-DCEA-DD97-C7C8486FC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3F9C6-D1A0-A2DB-FBB1-D54769049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1A93B-D3E7-6EFF-A867-273A0980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6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FF680E-21CD-4CDC-BB8F-12B937148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8112D-80E9-0F2E-D3A6-0B72742A0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77D69-F1CA-0378-9390-E3FD1F21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F4149-C88A-D7B4-4C16-EE9F8E977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50592-A33B-DEC3-0167-D61ABAE6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2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8325B0-B828-519D-5CF4-9771ABBE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230E4-7B6B-FFE7-8B4B-60768BBE3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F07F6-54A1-6326-8066-0FAF247E8D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BB064-6329-964A-89E8-14F7A22638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90D40-1ED5-588F-0A5B-484B01303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B4C75-0F56-5067-65C5-070B784BF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DD30A-4689-804C-BC86-9F851D8C6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13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99FE-1215-6959-B845-EFC481054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7 illustrations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BC903-684E-02FF-DDFC-6F301FA8A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Dark Matter detectors, Ed Daw</a:t>
            </a:r>
          </a:p>
        </p:txBody>
      </p:sp>
    </p:spTree>
    <p:extLst>
      <p:ext uri="{BB962C8B-B14F-4D97-AF65-F5344CB8AC3E}">
        <p14:creationId xmlns:p14="http://schemas.microsoft.com/office/powerpoint/2010/main" val="64990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rectangular object with black text&#10;&#10;Description automatically generated">
            <a:extLst>
              <a:ext uri="{FF2B5EF4-FFF2-40B4-BE49-F238E27FC236}">
                <a16:creationId xmlns:a16="http://schemas.microsoft.com/office/drawing/2014/main" id="{05248FBC-B664-1F0E-FB50-25AC085A2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19180"/>
            <a:ext cx="7772400" cy="281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33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lue rectangular object with a yellow circle&#10;&#10;Description automatically generated">
            <a:extLst>
              <a:ext uri="{FF2B5EF4-FFF2-40B4-BE49-F238E27FC236}">
                <a16:creationId xmlns:a16="http://schemas.microsoft.com/office/drawing/2014/main" id="{98D39626-8104-2D06-BD3D-213A2FC8B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58835"/>
            <a:ext cx="7772400" cy="178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20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Lecture 7 illustrations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Daw</dc:creator>
  <cp:lastModifiedBy>Edward Daw</cp:lastModifiedBy>
  <cp:revision>1</cp:revision>
  <dcterms:created xsi:type="dcterms:W3CDTF">2025-12-09T23:33:30Z</dcterms:created>
  <dcterms:modified xsi:type="dcterms:W3CDTF">2025-12-09T23:34:58Z</dcterms:modified>
</cp:coreProperties>
</file>