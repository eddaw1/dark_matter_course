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1" r:id="rId2"/>
    <p:sldId id="256" r:id="rId3"/>
    <p:sldId id="257" r:id="rId4"/>
    <p:sldId id="258" r:id="rId5"/>
    <p:sldId id="259" r:id="rId6"/>
    <p:sldId id="26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73"/>
  </p:normalViewPr>
  <p:slideViewPr>
    <p:cSldViewPr snapToGrid="0">
      <p:cViewPr varScale="1">
        <p:scale>
          <a:sx n="115" d="100"/>
          <a:sy n="115" d="100"/>
        </p:scale>
        <p:origin x="1016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6AEFB2-840D-15B6-13FB-240E264D1A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C94E497-6183-187D-71B2-9CEEF7DCB4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23A099-984A-094B-1243-CFDEA5BCF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8B4D3-8E7B-5740-BB50-91FF3027E42A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4FF21E-2FDF-9844-8801-6B6A901DB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451F42-B862-0DA1-4112-9847DBE14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1C6597-3D69-1C46-B301-659CA9F33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6267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7F618-96F5-7608-2749-F69C99ADE4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23DFA2-8D62-0FB7-9EDA-2F5F71875E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AE2C07-527E-40FB-65E8-A9AB71D39F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8B4D3-8E7B-5740-BB50-91FF3027E42A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28968B-B471-3A37-5345-5383666FC5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B81DF-947C-A67B-8956-6A7FE1BE3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1C6597-3D69-1C46-B301-659CA9F33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4606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BDDB7-F5CC-D34E-9945-40084064A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DF10C4-CCB4-9132-1337-D09D510590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0AACC7-8DF0-1EDD-D8B1-9BB65706D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8B4D3-8E7B-5740-BB50-91FF3027E42A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955ACA-E10B-D50B-7415-912C6B100B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95D1F4-2AAE-1523-2D87-07A1458B5F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1C6597-3D69-1C46-B301-659CA9F33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8423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09A18-2DE4-07F7-726A-7E49FB99A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FE7DAE-0622-3AC7-7E65-F5F239B962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7B15AD-B737-8E80-EFD4-6928C5950F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4C71AE-D941-AB93-D4B2-A695659012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8B4D3-8E7B-5740-BB50-91FF3027E42A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B13663-29FF-0829-30F2-A5160210F9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8D52EF-405E-5E7F-E13A-07AF9F5F2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1C6597-3D69-1C46-B301-659CA9F33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0596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D2BF60-D059-7ABE-B009-AED0E571C4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1F1035-45A4-96A1-237E-312444BA0E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A8FCC1-C594-0FC7-0001-86B59C614F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E0C5513-57C6-9E8B-87DD-4D7E63C9F2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C0E02C-D028-4524-3E53-1D0D2F4429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9090ABD-748E-6D37-7839-EB7C0306B9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8B4D3-8E7B-5740-BB50-91FF3027E42A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0F18D1-B1AD-3E77-3E3B-76CD3AF93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BADDD49-4114-F3DB-74D7-891F0041B2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1C6597-3D69-1C46-B301-659CA9F33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48389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E232E-3465-75BF-F7C5-D1E86F109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5FBB08-69C9-6DF0-6F5C-AA63AEF95D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8B4D3-8E7B-5740-BB50-91FF3027E42A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3E98C8-665D-ABCB-4D67-AA84A171A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EF0A42-9AAD-291A-C715-D81DAD927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1C6597-3D69-1C46-B301-659CA9F33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75778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E30E8C9-7D7E-D334-AFBA-34B5809101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8B4D3-8E7B-5740-BB50-91FF3027E42A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8BAAC25-B80B-7743-218E-E59D062C84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3DD24F-B67E-811E-BDCC-2C9B18C8B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1C6597-3D69-1C46-B301-659CA9F33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22229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3D71E-F910-2568-282C-E75027E7B1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A0A4DB-CC88-9195-5E62-A4A03D6164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EA44C9-BA6D-5568-7D8C-7BFD8BF764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A4C8D0-C013-2157-10A7-EE3FB2BB6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8B4D3-8E7B-5740-BB50-91FF3027E42A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0D9783-D9D5-AC2C-C42F-C7D511BD1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8F1C45-E7B2-8B73-C307-64A8ED551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1C6597-3D69-1C46-B301-659CA9F33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1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4EBAEF-546E-C651-051D-0A4FC19C39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D37F85E-254E-82C7-63FF-F969591F9B8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CC5181-425C-A388-6D23-68871F2837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CCE2D1-8985-DDE4-4F1F-506ABB4E2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8B4D3-8E7B-5740-BB50-91FF3027E42A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36E9DD-A921-1EE6-9DA3-A7CAF253DE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1A3F5A-78F2-7D87-9366-5D3C05CB31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1C6597-3D69-1C46-B301-659CA9F33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3143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F3EBB-9D0E-1A9B-0358-C3AA0F9BB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EE6EBA-2ECB-5E95-BE62-9B5E9E27F1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992B2F-BB88-A62B-2734-ED04DC682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8B4D3-8E7B-5740-BB50-91FF3027E42A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EFC962-C01F-F4EA-D3D1-AC9168408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9BF5AD-6B0E-69E9-5428-1EF9B0D23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1C6597-3D69-1C46-B301-659CA9F33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25189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9F16DE2-A5E5-A421-B524-DDF8F1E9DC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8F0E82-EB72-56EE-46D7-76EC6666C2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F23F7A-E47D-DA62-A635-700E7B7FC8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8B4D3-8E7B-5740-BB50-91FF3027E42A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279F59-FE92-AFB2-9861-BDE5DB160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D1A2B6-2BB4-EA03-72B1-27FD56DA8D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1C6597-3D69-1C46-B301-659CA9F33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49419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7D01B61-064A-0619-A22A-FCBAC13159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8AE68E-0CB1-48F0-CF0B-40CD717853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313840-6718-7D0F-C833-B366570F4E4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08B4D3-8E7B-5740-BB50-91FF3027E42A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06ECCD-5D89-21C3-ED4D-63A791BE79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003E09-A31C-6967-F0AF-179134EC59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1C6597-3D69-1C46-B301-659CA9F33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6418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18D24-E428-9DA8-22E8-61A51C4E5E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85660"/>
            <a:ext cx="9144000" cy="985217"/>
          </a:xfrm>
        </p:spPr>
        <p:txBody>
          <a:bodyPr/>
          <a:lstStyle/>
          <a:p>
            <a:r>
              <a:rPr lang="en-US" dirty="0"/>
              <a:t>Dark Matter Detectors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DC8708-A454-87DA-AAE1-E76CD35923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170877"/>
            <a:ext cx="9144000" cy="903055"/>
          </a:xfrm>
        </p:spPr>
        <p:txBody>
          <a:bodyPr/>
          <a:lstStyle/>
          <a:p>
            <a:r>
              <a:rPr lang="en-US" dirty="0"/>
              <a:t>Ed Daw</a:t>
            </a:r>
          </a:p>
          <a:p>
            <a:r>
              <a:rPr lang="en-US" dirty="0"/>
              <a:t>Office hours: D28 Hicks, Wednesday 12:00, Friday 4pm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FEB6DC5B-562D-D15A-D9AE-2ADAAA85E6A6}"/>
              </a:ext>
            </a:extLst>
          </p:cNvPr>
          <p:cNvSpPr txBox="1">
            <a:spLocks/>
          </p:cNvSpPr>
          <p:nvPr/>
        </p:nvSpPr>
        <p:spPr>
          <a:xfrm>
            <a:off x="1524000" y="2401420"/>
            <a:ext cx="9144000" cy="436736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plan: 8 lectures on dark matter detectors.</a:t>
            </a:r>
          </a:p>
          <a:p>
            <a:r>
              <a:rPr lang="en-US" dirty="0"/>
              <a:t>Today: Theory of WIMPs and Axions</a:t>
            </a:r>
          </a:p>
          <a:p>
            <a:r>
              <a:rPr lang="en-US" dirty="0"/>
              <a:t>Then 3.5 lectures on WIMP detectors</a:t>
            </a:r>
          </a:p>
          <a:p>
            <a:r>
              <a:rPr lang="en-US" dirty="0"/>
              <a:t>Finally 3.5 lectures on axion detectors</a:t>
            </a:r>
          </a:p>
          <a:p>
            <a:endParaRPr lang="en-US" dirty="0"/>
          </a:p>
          <a:p>
            <a:r>
              <a:rPr lang="en-US" dirty="0"/>
              <a:t>You’ve had a virtual tour of an underground dark matter lab, used for several WIMP searches. You can have a tour of my axion search experiment, which is on C floor.</a:t>
            </a:r>
          </a:p>
          <a:p>
            <a:r>
              <a:rPr lang="en-US" dirty="0"/>
              <a:t>Questions are welcome – raise your hand. Be considerate of other students by not talking loudly otherwise. There will be 1 blackboard homework, and the rest of the assessment is via the exam.</a:t>
            </a:r>
          </a:p>
        </p:txBody>
      </p:sp>
    </p:spTree>
    <p:extLst>
      <p:ext uri="{BB962C8B-B14F-4D97-AF65-F5344CB8AC3E}">
        <p14:creationId xmlns:p14="http://schemas.microsoft.com/office/powerpoint/2010/main" val="13347330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hart of different types of physics&#10;&#10;Description automatically generated">
            <a:extLst>
              <a:ext uri="{FF2B5EF4-FFF2-40B4-BE49-F238E27FC236}">
                <a16:creationId xmlns:a16="http://schemas.microsoft.com/office/drawing/2014/main" id="{9D70F595-8675-1604-E46A-4E82DB0C69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1752" y="1209115"/>
            <a:ext cx="5368496" cy="4439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3893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field&#10;&#10;Description automatically generated">
            <a:extLst>
              <a:ext uri="{FF2B5EF4-FFF2-40B4-BE49-F238E27FC236}">
                <a16:creationId xmlns:a16="http://schemas.microsoft.com/office/drawing/2014/main" id="{433CCD30-C857-D57A-808E-4CDE469816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5016" y="510695"/>
            <a:ext cx="6718476" cy="5109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7271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charger&#10;&#10;Description automatically generated">
            <a:extLst>
              <a:ext uri="{FF2B5EF4-FFF2-40B4-BE49-F238E27FC236}">
                <a16:creationId xmlns:a16="http://schemas.microsoft.com/office/drawing/2014/main" id="{547BB84C-43C2-5021-B0B6-7409FC18E2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590" y="521728"/>
            <a:ext cx="9075009" cy="547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28927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mirror&#10;&#10;Description automatically generated">
            <a:extLst>
              <a:ext uri="{FF2B5EF4-FFF2-40B4-BE49-F238E27FC236}">
                <a16:creationId xmlns:a16="http://schemas.microsoft.com/office/drawing/2014/main" id="{BAA31FF1-8670-5BC2-8BFC-FFFFC7C0CB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52" y="272531"/>
            <a:ext cx="8944180" cy="6312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21269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complex structure&#10;&#10;Description automatically generated with medium confidence">
            <a:extLst>
              <a:ext uri="{FF2B5EF4-FFF2-40B4-BE49-F238E27FC236}">
                <a16:creationId xmlns:a16="http://schemas.microsoft.com/office/drawing/2014/main" id="{E8E14C86-5444-CCA2-57F0-AA50C336D4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4088" y="932590"/>
            <a:ext cx="7463824" cy="5181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96237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117</Words>
  <Application>Microsoft Macintosh PowerPoint</Application>
  <PresentationFormat>Widescreen</PresentationFormat>
  <Paragraphs>10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Dark Matter Detectors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Edward Daw</dc:creator>
  <cp:lastModifiedBy>Edward Daw</cp:lastModifiedBy>
  <cp:revision>5</cp:revision>
  <dcterms:created xsi:type="dcterms:W3CDTF">2025-11-15T14:27:03Z</dcterms:created>
  <dcterms:modified xsi:type="dcterms:W3CDTF">2025-11-15T15:21:14Z</dcterms:modified>
</cp:coreProperties>
</file>